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98" r:id="rId6"/>
    <p:sldId id="296" r:id="rId7"/>
    <p:sldId id="267" r:id="rId8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hvmSH6cOpwTfZ4tzrRgmtGede+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B71"/>
    <a:srgbClr val="0F1E3D"/>
    <a:srgbClr val="5CB75C"/>
    <a:srgbClr val="387AB6"/>
    <a:srgbClr val="034EA2"/>
    <a:srgbClr val="222A35"/>
    <a:srgbClr val="B66262"/>
    <a:srgbClr val="760000"/>
    <a:srgbClr val="F1F1F1"/>
    <a:srgbClr val="59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EAA70-0D3F-47FC-F9BD-F5FDDA06DA59}" v="2" dt="2025-04-04T18:21:51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456" y="7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49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51" Type="http://customschemas.google.com/relationships/presentationmetadata" Target="metadata"/><Relationship Id="rId3" Type="http://schemas.openxmlformats.org/officeDocument/2006/relationships/customXml" Target="../customXml/item3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57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5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iko" userId="S::crisiko_gmail.com#ext#@concrematcorp.onmicrosoft.com::029839a5-317f-4c5b-8727-8f896f72a423" providerId="AD" clId="Web-{148EAA70-0D3F-47FC-F9BD-F5FDDA06DA59}"/>
    <pc:docChg chg="modSld">
      <pc:chgData name="crisiko" userId="S::crisiko_gmail.com#ext#@concrematcorp.onmicrosoft.com::029839a5-317f-4c5b-8727-8f896f72a423" providerId="AD" clId="Web-{148EAA70-0D3F-47FC-F9BD-F5FDDA06DA59}" dt="2025-04-04T18:21:51.844" v="1"/>
      <pc:docMkLst>
        <pc:docMk/>
      </pc:docMkLst>
      <pc:sldChg chg="addSp delSp modSp">
        <pc:chgData name="crisiko" userId="S::crisiko_gmail.com#ext#@concrematcorp.onmicrosoft.com::029839a5-317f-4c5b-8727-8f896f72a423" providerId="AD" clId="Web-{148EAA70-0D3F-47FC-F9BD-F5FDDA06DA59}" dt="2025-04-04T18:21:51.844" v="1"/>
        <pc:sldMkLst>
          <pc:docMk/>
          <pc:sldMk cId="0" sldId="256"/>
        </pc:sldMkLst>
        <pc:spChg chg="del">
          <ac:chgData name="crisiko" userId="S::crisiko_gmail.com#ext#@concrematcorp.onmicrosoft.com::029839a5-317f-4c5b-8727-8f896f72a423" providerId="AD" clId="Web-{148EAA70-0D3F-47FC-F9BD-F5FDDA06DA59}" dt="2025-04-04T18:21:42.984" v="0"/>
          <ac:spMkLst>
            <pc:docMk/>
            <pc:sldMk cId="0" sldId="256"/>
            <ac:spMk id="2" creationId="{56AA92A7-2751-AC6A-6576-BC170D6BE2B5}"/>
          </ac:spMkLst>
        </pc:spChg>
        <pc:spChg chg="add del mod">
          <ac:chgData name="crisiko" userId="S::crisiko_gmail.com#ext#@concrematcorp.onmicrosoft.com::029839a5-317f-4c5b-8727-8f896f72a423" providerId="AD" clId="Web-{148EAA70-0D3F-47FC-F9BD-F5FDDA06DA59}" dt="2025-04-04T18:21:51.844" v="1"/>
          <ac:spMkLst>
            <pc:docMk/>
            <pc:sldMk cId="0" sldId="256"/>
            <ac:spMk id="5" creationId="{EA6E71DA-6870-C791-6E08-FCEA5EA1F51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F71E219-A5EA-B183-3352-FBA93689D3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861957-D6FF-8894-86B2-585351EE1E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B277-0D9B-45D7-9503-0C5106ACCB6D}" type="datetimeFigureOut">
              <a:rPr lang="pt-BR" smtClean="0"/>
              <a:t>04/04/2025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CD6160-4658-29C2-C3AA-E16E09B0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1C5C17-3AFB-694C-4798-FE0B23AA61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52886-28A2-413C-90AE-945D7EE60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6253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8A4AE6D-0D61-6252-EFD7-3D9D7C87B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26" b="4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EC9A6F35-042E-C7A7-81A6-DC1C5A0F9F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358319"/>
            <a:ext cx="7701952" cy="106680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latin typeface="Montserrat" pitchFamily="2" charset="0"/>
              </a:defRPr>
            </a:lvl1pPr>
            <a:lvl2pPr marL="533400" indent="0">
              <a:buNone/>
              <a:defRPr/>
            </a:lvl2pPr>
          </a:lstStyle>
          <a:p>
            <a:pPr lvl="0"/>
            <a:r>
              <a:rPr lang="pt-BR" dirty="0"/>
              <a:t>Título da apresentação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66E85436-03FF-1FDC-7812-EF0D01DD17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5497425"/>
            <a:ext cx="5375275" cy="28575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</a:defRPr>
            </a:lvl1pPr>
          </a:lstStyle>
          <a:p>
            <a:pPr lvl="0"/>
            <a:r>
              <a:rPr lang="pt-BR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199522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A16F1E99-4788-6F0E-E449-B9820B430B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7492" t="1952" r="17820" b="269"/>
          <a:stretch/>
        </p:blipFill>
        <p:spPr>
          <a:xfrm>
            <a:off x="373380" y="6642693"/>
            <a:ext cx="11667324" cy="15273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5BA8503-E61F-BCA9-590E-600D40474F7A}"/>
              </a:ext>
            </a:extLst>
          </p:cNvPr>
          <p:cNvSpPr/>
          <p:nvPr userDrawn="1"/>
        </p:nvSpPr>
        <p:spPr>
          <a:xfrm rot="18900000">
            <a:off x="173664" y="6655535"/>
            <a:ext cx="108000" cy="10800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2D10D0A-C508-DB26-E913-4C210664FE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09540" y="112734"/>
            <a:ext cx="432148" cy="20297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D5F003E-3625-4199-5C5F-AAAAE839E0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9242" y="75695"/>
            <a:ext cx="1325033" cy="282674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userDrawn="1">
  <p:cSld name="Seçã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3AA3356-0581-0CDB-30AB-66CAFB00EA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26" b="426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2583180" y="17732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5400" b="1">
                <a:solidFill>
                  <a:srgbClr val="5CB75C"/>
                </a:solidFill>
                <a:latin typeface="Montserrat" panose="00000500000000000000" pitchFamily="2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898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462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76B6F8D-1E63-DB09-57EC-85464CA4F179}"/>
              </a:ext>
            </a:extLst>
          </p:cNvPr>
          <p:cNvGrpSpPr/>
          <p:nvPr userDrawn="1"/>
        </p:nvGrpSpPr>
        <p:grpSpPr>
          <a:xfrm>
            <a:off x="1" y="-2"/>
            <a:ext cx="12192000" cy="6861762"/>
            <a:chOff x="1" y="-147902"/>
            <a:chExt cx="12192000" cy="6861762"/>
          </a:xfrm>
          <a:solidFill>
            <a:schemeClr val="bg1">
              <a:lumMod val="65000"/>
              <a:alpha val="20000"/>
            </a:schemeClr>
          </a:solidFill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D34DC0E-6280-0853-68E8-C11AC0E4320C}"/>
                </a:ext>
              </a:extLst>
            </p:cNvPr>
            <p:cNvSpPr/>
            <p:nvPr/>
          </p:nvSpPr>
          <p:spPr>
            <a:xfrm>
              <a:off x="1" y="-144142"/>
              <a:ext cx="12192000" cy="683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99C70D0A-80D0-44D1-508C-CC986F4266D6}"/>
                </a:ext>
              </a:extLst>
            </p:cNvPr>
            <p:cNvSpPr/>
            <p:nvPr/>
          </p:nvSpPr>
          <p:spPr>
            <a:xfrm rot="16200000">
              <a:off x="-3158999" y="3011099"/>
              <a:ext cx="6858001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9D6C668-B1D4-5E34-9B63-7A07B5911C2E}"/>
                </a:ext>
              </a:extLst>
            </p:cNvPr>
            <p:cNvSpPr/>
            <p:nvPr/>
          </p:nvSpPr>
          <p:spPr>
            <a:xfrm rot="16200000">
              <a:off x="8492999" y="3011099"/>
              <a:ext cx="6858002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808381BD-6804-8226-898B-493C7526AAF7}"/>
                </a:ext>
              </a:extLst>
            </p:cNvPr>
            <p:cNvSpPr/>
            <p:nvPr/>
          </p:nvSpPr>
          <p:spPr>
            <a:xfrm>
              <a:off x="1" y="6026110"/>
              <a:ext cx="12192000" cy="6839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F5CC37D2-84E4-D734-8968-E1801C82FAC9}"/>
                </a:ext>
              </a:extLst>
            </p:cNvPr>
            <p:cNvSpPr/>
            <p:nvPr userDrawn="1"/>
          </p:nvSpPr>
          <p:spPr>
            <a:xfrm>
              <a:off x="1" y="-147900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107CE57-9C51-5ECC-D552-22140F5F7CE2}"/>
                </a:ext>
              </a:extLst>
            </p:cNvPr>
            <p:cNvSpPr/>
            <p:nvPr userDrawn="1"/>
          </p:nvSpPr>
          <p:spPr>
            <a:xfrm>
              <a:off x="1" y="6173860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4808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0" r:id="rId2"/>
    <p:sldLayoutId id="2147483649" r:id="rId3"/>
    <p:sldLayoutId id="2147483652" r:id="rId4"/>
    <p:sldLayoutId id="2147483653" r:id="rId5"/>
    <p:sldLayoutId id="214748365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F8ED44-E958-0A24-088A-D640AEDFBE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Março/2025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2442-908E-502F-7DC2-DFAD5046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814E6A14-7821-5F53-D4CF-A2A3F2EC4773}"/>
              </a:ext>
            </a:extLst>
          </p:cNvPr>
          <p:cNvSpPr/>
          <p:nvPr/>
        </p:nvSpPr>
        <p:spPr>
          <a:xfrm>
            <a:off x="0" y="1420907"/>
            <a:ext cx="12192000" cy="41670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Único Canto Arredondado 10">
            <a:extLst>
              <a:ext uri="{FF2B5EF4-FFF2-40B4-BE49-F238E27FC236}">
                <a16:creationId xmlns:a16="http://schemas.microsoft.com/office/drawing/2014/main" id="{48E879D8-C70D-BE79-33CC-6CEB42021836}"/>
              </a:ext>
            </a:extLst>
          </p:cNvPr>
          <p:cNvSpPr/>
          <p:nvPr/>
        </p:nvSpPr>
        <p:spPr>
          <a:xfrm>
            <a:off x="6762751" y="4943094"/>
            <a:ext cx="4889248" cy="1230916"/>
          </a:xfrm>
          <a:prstGeom prst="round1Rect">
            <a:avLst/>
          </a:prstGeom>
          <a:solidFill>
            <a:srgbClr val="0F1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252000" rIns="252000" bIns="252000" rtlCol="0" anchor="ctr"/>
          <a:lstStyle/>
          <a:p>
            <a:pPr algn="ctr">
              <a:lnSpc>
                <a:spcPct val="120000"/>
              </a:lnSpc>
            </a:pP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ipsum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dolor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sit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Pellentesque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ante </a:t>
            </a:r>
            <a:r>
              <a:rPr lang="pt-BR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orci</a:t>
            </a: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pt-BR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9BD24482-5F5E-BE27-101E-5C06E721814C}"/>
              </a:ext>
            </a:extLst>
          </p:cNvPr>
          <p:cNvSpPr txBox="1">
            <a:spLocks/>
          </p:cNvSpPr>
          <p:nvPr/>
        </p:nvSpPr>
        <p:spPr>
          <a:xfrm>
            <a:off x="6762752" y="1676301"/>
            <a:ext cx="3333750" cy="31867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4" marR="5080" indent="0">
              <a:spcBef>
                <a:spcPts val="85"/>
              </a:spcBef>
              <a:buNone/>
            </a:pPr>
            <a:r>
              <a:rPr lang="pt-BR" sz="2000" b="1" spc="-45" dirty="0">
                <a:solidFill>
                  <a:srgbClr val="5CB75C"/>
                </a:solidFill>
                <a:latin typeface="Montserrat" pitchFamily="2" charset="0"/>
                <a:ea typeface="Verdana" panose="020B0604030504040204" pitchFamily="34" charset="0"/>
              </a:rPr>
              <a:t>Subtítulo do slide</a:t>
            </a:r>
            <a:endParaRPr lang="pt-BR" sz="2000" b="1" spc="-5" dirty="0">
              <a:solidFill>
                <a:srgbClr val="5CB75C"/>
              </a:solidFill>
              <a:latin typeface="Montserrat" pitchFamily="2" charset="0"/>
              <a:ea typeface="Verdana" panose="020B060403050404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BB2AAE-8CAF-42CE-078A-AA270F71B102}"/>
              </a:ext>
            </a:extLst>
          </p:cNvPr>
          <p:cNvSpPr/>
          <p:nvPr/>
        </p:nvSpPr>
        <p:spPr>
          <a:xfrm>
            <a:off x="6696077" y="2192564"/>
            <a:ext cx="4955922" cy="246868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Lorem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ipsum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dolor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amet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consectetur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adipiscing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elit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Pellentesque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ante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orci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aliquam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eget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maximus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in,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ullamcorper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metus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t-BR" sz="140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Proin</a:t>
            </a:r>
            <a:r>
              <a:rPr lang="pt-BR" sz="140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eleifend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tempus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dolor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eget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aliquam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Vestibulum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neque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urna,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iaculis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eu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nisi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amet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faucibus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pharetra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urna.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Fusce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placerat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enim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Sed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eleifend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gravida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arcu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pulvinar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Phasellus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mattis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urna vitae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mollis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mattis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Sed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convallis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mattis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urna ac 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consectetur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Google Shape;95;p2">
            <a:extLst>
              <a:ext uri="{FF2B5EF4-FFF2-40B4-BE49-F238E27FC236}">
                <a16:creationId xmlns:a16="http://schemas.microsoft.com/office/drawing/2014/main" id="{D8A7A50F-9099-65F0-FD4C-A89DEBE241C0}"/>
              </a:ext>
            </a:extLst>
          </p:cNvPr>
          <p:cNvSpPr txBox="1"/>
          <p:nvPr/>
        </p:nvSpPr>
        <p:spPr>
          <a:xfrm>
            <a:off x="6696078" y="677442"/>
            <a:ext cx="499086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Título do Slide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FE6FB91-6C3A-C432-E6D0-C5A0E745113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48" b="2759"/>
          <a:stretch/>
        </p:blipFill>
        <p:spPr>
          <a:xfrm>
            <a:off x="0" y="687748"/>
            <a:ext cx="6191015" cy="548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F942443-F90E-FAAC-E6C2-A8494C60A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Título da Seção</a:t>
            </a:r>
          </a:p>
        </p:txBody>
      </p:sp>
    </p:spTree>
    <p:extLst>
      <p:ext uri="{BB962C8B-B14F-4D97-AF65-F5344CB8AC3E}">
        <p14:creationId xmlns:p14="http://schemas.microsoft.com/office/powerpoint/2010/main" val="51815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1940A13-7AAE-6201-1A7F-AEF1C1636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446"/>
          <a:stretch/>
        </p:blipFill>
        <p:spPr>
          <a:xfrm>
            <a:off x="0" y="2912463"/>
            <a:ext cx="12192000" cy="3945537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FD4AF55-9D82-4D20-EEAD-F1D2C18D3E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124222"/>
            <a:ext cx="10515600" cy="761009"/>
          </a:xfrm>
        </p:spPr>
        <p:txBody>
          <a:bodyPr>
            <a:normAutofit/>
          </a:bodyPr>
          <a:lstStyle/>
          <a:p>
            <a:pPr algn="ctr"/>
            <a:r>
              <a:rPr lang="pt-BR" sz="3400" b="1" dirty="0">
                <a:solidFill>
                  <a:srgbClr val="0F1E3D"/>
                </a:solidFill>
                <a:latin typeface="Montserrat" pitchFamily="2" charset="0"/>
                <a:ea typeface="Verdana" panose="020B0604030504040204" pitchFamily="34" charset="0"/>
              </a:rPr>
              <a:t>Obrigado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A55092D6-7D69-B1EB-6B69-F06C4C0634D5}"/>
              </a:ext>
            </a:extLst>
          </p:cNvPr>
          <p:cNvSpPr txBox="1">
            <a:spLocks/>
          </p:cNvSpPr>
          <p:nvPr/>
        </p:nvSpPr>
        <p:spPr>
          <a:xfrm>
            <a:off x="3586163" y="5264214"/>
            <a:ext cx="5019673" cy="25712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4" marR="5080" indent="0" algn="ctr">
              <a:spcBef>
                <a:spcPts val="85"/>
              </a:spcBef>
              <a:buNone/>
            </a:pPr>
            <a:r>
              <a:rPr lang="pt-BR" sz="1600" spc="-45" dirty="0">
                <a:latin typeface="Verdana" panose="020B0604030504040204" pitchFamily="34" charset="0"/>
                <a:ea typeface="Verdana" panose="020B0604030504040204" pitchFamily="34" charset="0"/>
              </a:rPr>
              <a:t>Subsecretaria de Logística e Transportes</a:t>
            </a:r>
            <a:endParaRPr lang="pt-BR" sz="1600" spc="-5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945880-175B-A5D4-9B50-ED164C7B4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361" y="1615986"/>
            <a:ext cx="8977745" cy="4892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8E18CEB-4C34-D23F-0EC7-65A7DDAB5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87" y="5710892"/>
            <a:ext cx="2647826" cy="5648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A41BF9A5B575D4DA145ABB2D8DDEC1E" ma:contentTypeVersion="7" ma:contentTypeDescription="Crie um novo documento." ma:contentTypeScope="" ma:versionID="62cd651a667d50e9e4ddd0ae3e892064">
  <xsd:schema xmlns:xsd="http://www.w3.org/2001/XMLSchema" xmlns:xs="http://www.w3.org/2001/XMLSchema" xmlns:p="http://schemas.microsoft.com/office/2006/metadata/properties" xmlns:ns2="97c1ef58-653f-42a4-a7a6-0324eabd74f4" targetNamespace="http://schemas.microsoft.com/office/2006/metadata/properties" ma:root="true" ma:fieldsID="d4748bd896d80e168fd9b4dff48847fd" ns2:_="">
    <xsd:import namespace="97c1ef58-653f-42a4-a7a6-0324eabd74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1ef58-653f-42a4-a7a6-0324eabd74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FA90B4-9992-412B-991B-5585150312F9}">
  <ds:schemaRefs>
    <ds:schemaRef ds:uri="http://schemas.microsoft.com/office/2006/metadata/properties"/>
    <ds:schemaRef ds:uri="http://schemas.microsoft.com/office/infopath/2007/PartnerControls"/>
    <ds:schemaRef ds:uri="284b9205-19c1-45b5-801d-ea11291f0283"/>
    <ds:schemaRef ds:uri="0d7dab2f-214c-459f-b25b-98cf1c01ae14"/>
  </ds:schemaRefs>
</ds:datastoreItem>
</file>

<file path=customXml/itemProps2.xml><?xml version="1.0" encoding="utf-8"?>
<ds:datastoreItem xmlns:ds="http://schemas.openxmlformats.org/officeDocument/2006/customXml" ds:itemID="{C92D6C3C-0816-41BF-BE9C-680CDAD15C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4C2C0C-B60C-446C-A7C4-3CF5C1C55EC4}"/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105</Words>
  <Application>Microsoft Office PowerPoint</Application>
  <PresentationFormat>Widescreen</PresentationFormat>
  <Paragraphs>10</Paragraphs>
  <Slides>4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Apresentação do PowerPoint</vt:lpstr>
      <vt:lpstr>Apresentação do PowerPoint</vt:lpstr>
      <vt:lpstr>Apresentação do PowerPoint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Clauton Danielli de Souza (Externo)</dc:creator>
  <cp:lastModifiedBy>MIRIAN MIYUK SHIRAKAWA</cp:lastModifiedBy>
  <cp:revision>64</cp:revision>
  <dcterms:created xsi:type="dcterms:W3CDTF">2023-04-28T20:45:22Z</dcterms:created>
  <dcterms:modified xsi:type="dcterms:W3CDTF">2025-04-04T18:21:53Z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0x0101002A41BF9A5B575D4DA145ABB2D8DDEC1E</vt:lpwstr>
  </property>
  <property fmtid="{D5CDD505-2E9C-101B-9397-08002B2CF9AE}" pid="3" name="MediaServiceImageTags">
    <vt:lpwstr/>
  </property>
  <property fmtid="{D5CDD505-2E9C-101B-9397-08002B2CF9AE}" pid="4" name="Order">
    <vt:r8>290100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